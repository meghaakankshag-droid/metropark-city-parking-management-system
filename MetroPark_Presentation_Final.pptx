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2" r:id="rId18"/>
    <p:sldId id="273" r:id="rId19"/>
    <p:sldId id="270" r:id="rId20"/>
    <p:sldId id="271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097280"/>
            <a:ext cx="6400800" cy="2926080"/>
          </a:xfrm>
          <a:prstGeom prst="rect">
            <a:avLst/>
          </a:prstGeom>
          <a:solidFill>
            <a:srgbClr val="1C2333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572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🚗 MetroPark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77724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Metropolitan City Parking Management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23444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 (AI</a:t>
            </a:r>
            <a:r>
              <a:rPr lang="en-IN" altLang="en-US" sz="13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&amp;ML</a:t>
            </a:r>
            <a:r>
              <a:rPr lang="en-US" sz="13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 | SR University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1755648"/>
            <a:ext cx="5486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2331720"/>
            <a:ext cx="54864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2350008"/>
            <a:ext cx="5486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400" dirty="0">
                <a:solidFill>
                  <a:schemeClr val="bg1"/>
                </a:solidFill>
              </a:rPr>
              <a:t>G. Megha Akanksha - 2303A52058</a:t>
            </a:r>
            <a:endParaRPr lang="en-IN" altLang="en-US" sz="14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&amp; Book Parking in Hyderabad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MetroPark?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960120"/>
            <a:ext cx="502920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1051560"/>
            <a:ext cx="4754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996696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Parking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307592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MetroPark is a web-based application for real-time parking management in Hyderabad.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755648"/>
            <a:ext cx="868680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755648"/>
            <a:ext cx="502920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" y="1847088"/>
            <a:ext cx="4754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1792224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GPS-Based Discovery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10312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can find the nearest available parking areas using location detection.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551176"/>
            <a:ext cx="868680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551176"/>
            <a:ext cx="502920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" y="2642616"/>
            <a:ext cx="4754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25877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Slot Booking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2898648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Reserve a parking slot in seconds with just your name and vehicle number.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346704"/>
            <a:ext cx="868680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346704"/>
            <a:ext cx="502920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" y="3438144"/>
            <a:ext cx="4754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2960" y="3383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Slot Release Flow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3694176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done parking, users release their slot, freeing it for others instantly.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4142232"/>
            <a:ext cx="868680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4142232"/>
            <a:ext cx="502920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" y="4233672"/>
            <a:ext cx="4754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🛠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22960" y="417880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Control Panel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4489704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Admins monitor occupancy, manage slots, and export CSV reports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Goals of the MetroPark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960120"/>
            <a:ext cx="420624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78408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Traffic Congestion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280160"/>
            <a:ext cx="4023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Minimize time spent searching for parking by showing real-time availability.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20624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960120"/>
            <a:ext cx="420624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978408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Slot Visibility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280160"/>
            <a:ext cx="4023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live slot status so drivers know instantly what is free or taken.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0"/>
            <a:ext cx="420624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286000"/>
            <a:ext cx="420624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04288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Seamless Booking Experience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2606040"/>
            <a:ext cx="4023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 users to reserve a slot in under 30 seconds from any device.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286000"/>
            <a:ext cx="420624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286000"/>
            <a:ext cx="420624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304288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Monitoring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606040"/>
            <a:ext cx="4023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administrators a clear dashboard to view, manage, and release slots.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611880"/>
            <a:ext cx="420624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611880"/>
            <a:ext cx="420624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630168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Export &amp; Reporting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931920"/>
            <a:ext cx="4023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 CSV export of booking history for record-keeping and analysis.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611880"/>
            <a:ext cx="420624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611880"/>
            <a:ext cx="420624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630168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 City-Wide Deployment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931920"/>
            <a:ext cx="4023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the system to support multiple zones and areas across Hyderabad.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Stakeholders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uses MetroPark?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1783080"/>
          </a:xfrm>
          <a:prstGeom prst="rect">
            <a:avLst/>
          </a:prstGeom>
          <a:solidFill>
            <a:srgbClr val="1C2333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685800"/>
            <a:ext cx="685800" cy="68580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6858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/ Drivers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parking areas, book slots, navigate to them, and release when done.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1783080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685800"/>
            <a:ext cx="685800" cy="6858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6858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46320" y="14630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real-time occupancy, release slots, view all bookings, download reports.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14800" cy="1783080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74520" y="2651760"/>
            <a:ext cx="685800" cy="6858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2651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5760" y="34290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City Authorities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3840480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Benefit from reduced congestion through data-driven parking management.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4114800" cy="1783080"/>
          </a:xfrm>
          <a:prstGeom prst="rect">
            <a:avLst/>
          </a:prstGeom>
          <a:solidFill>
            <a:srgbClr val="1C2333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2651760"/>
            <a:ext cx="685800" cy="6858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651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46320" y="34290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840480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 and extend the Flask backend, JSON data, and frontend UI.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Technologies Used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Stack powering MetroPark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60520" cy="1737360"/>
          </a:xfrm>
          <a:prstGeom prst="rect">
            <a:avLst/>
          </a:prstGeom>
          <a:solidFill>
            <a:srgbClr val="1C2333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960120"/>
            <a:ext cx="4160520" cy="320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87552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44168"/>
            <a:ext cx="3886200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Python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HTML5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CSS3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JavaScript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1737360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960120"/>
            <a:ext cx="416052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987552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344168"/>
            <a:ext cx="3886200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Flask (Python)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Jinja2 Templates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Werkzeug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Flask Routes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4160520" cy="1737360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880360"/>
            <a:ext cx="416052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07792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264408"/>
            <a:ext cx="3886200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JSON File Storage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parking_data.json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Bookings log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In-memory state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880360"/>
            <a:ext cx="4160520" cy="1737360"/>
          </a:xfrm>
          <a:prstGeom prst="rect">
            <a:avLst/>
          </a:prstGeom>
          <a:solidFill>
            <a:srgbClr val="1C2333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880360"/>
            <a:ext cx="416052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907792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&amp; 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264408"/>
            <a:ext cx="3886200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VS Code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GitHub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GitHub Copilot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ChatGPT / Copilot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Prompts Used — Project Setup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Copilot prompts to scaffold the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3200400"/>
          </a:xfrm>
          <a:prstGeom prst="rect">
            <a:avLst/>
          </a:prstGeom>
          <a:solidFill>
            <a:srgbClr val="1C2333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114800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36118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Prompt: Flask Folder Structure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960120"/>
            <a:ext cx="4206240" cy="3200400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114800" cy="2560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36118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Prompt: Project Directory Structure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28600" y="411480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tools like GitHub Copilot were used to generate boilerplate code, data models, and full feature implementations.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Prompts Used — Data &amp; Dashboard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Prompts for JSON design and Admin Dashboard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651760" cy="2560320"/>
          </a:xfrm>
          <a:prstGeom prst="rect">
            <a:avLst/>
          </a:prstGeom>
          <a:solidFill>
            <a:srgbClr val="1C2333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256032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301752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A500"/>
                </a:solidFill>
              </a:rPr>
              <a:t>JSON Structure Design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08960" y="960120"/>
            <a:ext cx="2651760" cy="2560320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005840"/>
            <a:ext cx="2560320" cy="20116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08960" y="301752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A5E9"/>
                </a:solidFill>
              </a:rPr>
              <a:t>Admin Dashboard Prompt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989320" y="960120"/>
            <a:ext cx="2926080" cy="2560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05840"/>
            <a:ext cx="2834640" cy="20116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89320" y="301752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C55E"/>
                </a:solidFill>
              </a:rPr>
              <a:t>Admin HTML Template Code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228600" y="3429000"/>
            <a:ext cx="8686800" cy="1417320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74320" y="3474720"/>
            <a:ext cx="859536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Workflow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Users and Admins interact with MetroPark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069080" cy="3474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👤  USER FLOW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384048" cy="34747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389888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" y="1371600"/>
            <a:ext cx="3593592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408176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App / Enable GPS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856232"/>
            <a:ext cx="384048" cy="34747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874520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" y="1856232"/>
            <a:ext cx="3593592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1892808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 Parking Areas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340864"/>
            <a:ext cx="384048" cy="34747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359152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" y="2340864"/>
            <a:ext cx="3593592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37744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Green Slot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2825496"/>
            <a:ext cx="384048" cy="34747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843784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4088" y="2825496"/>
            <a:ext cx="3593592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2862072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Fill Name &amp; Vehicle No.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3310128"/>
            <a:ext cx="384048" cy="34747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3284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4088" y="3310128"/>
            <a:ext cx="3593592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346704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 Booking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3794760"/>
            <a:ext cx="384048" cy="34747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813048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4088" y="3794760"/>
            <a:ext cx="3593592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3831336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Navigate to Parking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4279392"/>
            <a:ext cx="384048" cy="34747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4297680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7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4088" y="4279392"/>
            <a:ext cx="3593592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4315968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Release Slot When Done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914400"/>
            <a:ext cx="406908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🛠  ADMIN FLOW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46320" y="1371600"/>
            <a:ext cx="384048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1389888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321808" y="1371600"/>
            <a:ext cx="3593592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67528" y="1408176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to Admin Panel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46320" y="1856232"/>
            <a:ext cx="384048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1874520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321808" y="1856232"/>
            <a:ext cx="3593592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67528" y="1892808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Parking Overview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2340864"/>
            <a:ext cx="384048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2359152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3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321808" y="2340864"/>
            <a:ext cx="3593592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67528" y="237744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Slot Grid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46320" y="2825496"/>
            <a:ext cx="384048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2843784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321808" y="2825496"/>
            <a:ext cx="3593592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67528" y="2862072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 Active Bookings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846320" y="3310128"/>
            <a:ext cx="384048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33284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5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321808" y="3310128"/>
            <a:ext cx="3593592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67528" y="3346704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Release Slots Manually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846320" y="3794760"/>
            <a:ext cx="384048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3813048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6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321808" y="3794760"/>
            <a:ext cx="3593592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67528" y="3831336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 CSV Report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846320" y="4279392"/>
            <a:ext cx="384048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4297680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7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321808" y="4279392"/>
            <a:ext cx="3593592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67528" y="4315968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Full History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Dashboard — Find &amp; Book Parking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slot availability with booking form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943600" cy="3657600"/>
          </a:xfrm>
          <a:prstGeom prst="rect">
            <a:avLst/>
          </a:prstGeom>
          <a:solidFill>
            <a:srgbClr val="1C2333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852160" cy="3520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960120"/>
            <a:ext cx="2514600" cy="3611880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46520" y="1005840"/>
            <a:ext cx="73152" cy="594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0" y="10058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GPS Location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0" y="126187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One-click 'Find Nearest to Me' button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46520" y="1691640"/>
            <a:ext cx="73152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16916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Area List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0" y="194767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parking areas sorted by distance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46520" y="2377440"/>
            <a:ext cx="73152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23774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Slots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83680" y="263347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count shown as '8/10 free'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46520" y="3063240"/>
            <a:ext cx="73152" cy="594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30632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Form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83680" y="331927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Name, Vehicle No., Phone (optional)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446520" y="3749040"/>
            <a:ext cx="73152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0" y="37490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 CTA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83680" y="400507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Bold 'Confirm Booking' button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Confirmed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confirmation with slot details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943600" cy="3657600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852160" cy="3520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960120"/>
            <a:ext cx="2514600" cy="3611880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46520" y="1005840"/>
            <a:ext cx="73152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0" y="10058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Booking ID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83680" y="12344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 ID e.g. BKHC029067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46520" y="1572768"/>
            <a:ext cx="73152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157276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🧑 Driver Name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83680" y="180136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Entered at booking time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46520" y="2139696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2139696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🚗 Vehicle No.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583680" y="23682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Registered plate e.g. TS03FC9067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46520" y="2706624"/>
            <a:ext cx="73152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270662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📍 Area &amp; Slot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583680" y="29352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Hitech City - Cyber Towers / HC02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446520" y="3273552"/>
            <a:ext cx="73152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0" y="327355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🕐 Booked At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583680" y="35021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Timestamp of booking creation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446520" y="3840480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0" y="384048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🗺 Navigate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583680" y="40690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Launches Google Maps directions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Maps Navigation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Navigate to booked parking area with one tap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943600" cy="3657600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852160" cy="3520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960120"/>
            <a:ext cx="2514600" cy="3611880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10515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Navigation Feature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46520" y="146304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1435608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Clicking 'Navigate' opens Google Maps automatically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46520" y="2029968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2002536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parking area's GPS coordinates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46520" y="2596896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0" y="2569464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best driving route &amp; alternatives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46520" y="3163824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0" y="3136392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estimated travel time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46520" y="3730752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0" y="3703320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on both desktop &amp; mobile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Release My Slot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up a parking slot after using 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943600" cy="3657600"/>
          </a:xfrm>
          <a:prstGeom prst="rect">
            <a:avLst/>
          </a:prstGeom>
          <a:solidFill>
            <a:srgbClr val="1C2333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852160" cy="3520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960120"/>
            <a:ext cx="2514600" cy="3611880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10515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46520" y="1463040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4630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0" y="1481328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Slot Number e.g. HC02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46520" y="2103120"/>
            <a:ext cx="347472" cy="34747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21031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0" y="2121408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your Vehicle Number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46520" y="2743200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27432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0" y="2761488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'Release My Slot'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46520" y="3383280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338328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58000" y="3401568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Slot turns green — available again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46520" y="411480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keeps the slot grid accurate for all future users.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Dashboard — Parking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City-wide real-time slot monitoring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943600" cy="3657600"/>
          </a:xfrm>
          <a:prstGeom prst="rect">
            <a:avLst/>
          </a:prstGeom>
          <a:solidFill>
            <a:srgbClr val="1C2333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852160" cy="3520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960120"/>
            <a:ext cx="2514600" cy="3611880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10515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Features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46520" y="1463040"/>
            <a:ext cx="73152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1463040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0" y="168249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Cards showing free/total slots per area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46520" y="2084832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208483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Bookings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0" y="23042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table of currently occupied slots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46520" y="2706624"/>
            <a:ext cx="73152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0" y="270662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History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0" y="292608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log of all past bookings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446520" y="3328416"/>
            <a:ext cx="73152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0" y="332841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Slots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83680" y="354787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Add/modify parking slots per area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46520" y="3950208"/>
            <a:ext cx="73152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0" y="395020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 Download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83680" y="416966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 all data to spreadsheet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Bookings &amp; CSV Export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sees live bookings and exports reports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29200" cy="2148840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93776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31272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Currently Occupied Slots Table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0" y="960120"/>
            <a:ext cx="3429000" cy="2148840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005840"/>
            <a:ext cx="3337560" cy="20116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312724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 Report in Excel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28600" y="3520440"/>
            <a:ext cx="2834640" cy="1371600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28600" y="3520440"/>
            <a:ext cx="283464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4320" y="35295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Release Button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01752" y="3813048"/>
            <a:ext cx="2688336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can forcefully free any occupied slot directly from the table.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0" y="3520440"/>
            <a:ext cx="2834640" cy="1371600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200400" y="3520440"/>
            <a:ext cx="283464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46120" y="35295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 Columns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273552" y="3813048"/>
            <a:ext cx="2688336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ID, Zone, Area, Slot, Driver, Vehicle, Times, Status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72200" y="3520440"/>
            <a:ext cx="2834640" cy="1371600"/>
          </a:xfrm>
          <a:prstGeom prst="rect">
            <a:avLst/>
          </a:prstGeom>
          <a:solidFill>
            <a:srgbClr val="1C2333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72200" y="3520440"/>
            <a:ext cx="283464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17920" y="35295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Values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245352" y="3813048"/>
            <a:ext cx="2688336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'Active' for current occupants, 'Released' for completed bookings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" y="31272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74320" y="35295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01752" y="3813048"/>
            <a:ext cx="2688336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246120" y="35295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273552" y="3813048"/>
            <a:ext cx="2688336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217920" y="35295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Values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245352" y="3813048"/>
            <a:ext cx="2688336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15" y="542925"/>
            <a:ext cx="8675370" cy="46005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274320" y="457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</a:rPr>
              <a:t>Conclusion</a:t>
            </a:r>
            <a:endParaRPr lang="en-US" sz="24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ubtitle"/>
          <p:cNvSpPr/>
          <p:nvPr/>
        </p:nvSpPr>
        <p:spPr>
          <a:xfrm>
            <a:off x="274320" y="53035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anose="020F0502020204030204" pitchFamily="34" charset="0"/>
              </a:rPr>
              <a:t>Key Takeaways from MetroPark</a:t>
            </a:r>
            <a:endParaRPr lang="en-US" sz="1100" dirty="0">
              <a:solidFill>
                <a:srgbClr val="F0A5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ow1Bg"/>
          <p:cNvSpPr/>
          <p:nvPr/>
        </p:nvSpPr>
        <p:spPr>
          <a:xfrm>
            <a:off x="228600" y="970280"/>
            <a:ext cx="868680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Row1Acc"/>
          <p:cNvSpPr/>
          <p:nvPr/>
        </p:nvSpPr>
        <p:spPr>
          <a:xfrm>
            <a:off x="228600" y="960120"/>
            <a:ext cx="502920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Row1Icon"/>
          <p:cNvSpPr/>
          <p:nvPr/>
        </p:nvSpPr>
        <p:spPr>
          <a:xfrm>
            <a:off x="246888" y="1051560"/>
            <a:ext cx="4754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9" name="Row1Head"/>
          <p:cNvSpPr/>
          <p:nvPr/>
        </p:nvSpPr>
        <p:spPr>
          <a:xfrm>
            <a:off x="822960" y="996696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anose="020F0502020204030204" pitchFamily="34" charset="0"/>
              </a:rPr>
              <a:t>Problem Solved</a:t>
            </a:r>
            <a:endParaRPr lang="en-US" sz="1300" b="1" dirty="0">
              <a:solidFill>
                <a:srgbClr val="F0A5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ow1Body"/>
          <p:cNvSpPr/>
          <p:nvPr/>
        </p:nvSpPr>
        <p:spPr>
          <a:xfrm>
            <a:off x="822960" y="1307592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</a:rPr>
              <a:t>MetroPark directly addresses urban parking congestion by providing real-time slot visibility and instant booking in Hyderabad.</a:t>
            </a:r>
            <a:endParaRPr lang="en-US" sz="1100" dirty="0">
              <a:solidFill>
                <a:srgbClr val="E2E8F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ow2Bg"/>
          <p:cNvSpPr/>
          <p:nvPr/>
        </p:nvSpPr>
        <p:spPr>
          <a:xfrm>
            <a:off x="228600" y="1751256"/>
            <a:ext cx="868680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Row2Acc"/>
          <p:cNvSpPr/>
          <p:nvPr/>
        </p:nvSpPr>
        <p:spPr>
          <a:xfrm>
            <a:off x="228600" y="1751256"/>
            <a:ext cx="502920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Row2Icon"/>
          <p:cNvSpPr/>
          <p:nvPr/>
        </p:nvSpPr>
        <p:spPr>
          <a:xfrm>
            <a:off x="246888" y="1842696"/>
            <a:ext cx="4754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4" name="Row2Head"/>
          <p:cNvSpPr/>
          <p:nvPr/>
        </p:nvSpPr>
        <p:spPr>
          <a:xfrm>
            <a:off x="822960" y="1787832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anose="020F0502020204030204" pitchFamily="34" charset="0"/>
              </a:rPr>
              <a:t>Technology Stack</a:t>
            </a:r>
            <a:endParaRPr lang="en-US" sz="1300" b="1" dirty="0">
              <a:solidFill>
                <a:srgbClr val="F0A50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ow2Body"/>
          <p:cNvSpPr/>
          <p:nvPr/>
        </p:nvSpPr>
        <p:spPr>
          <a:xfrm>
            <a:off x="822960" y="2098728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</a:rPr>
              <a:t>Built with Flask, Python, HTML/CSS/JS, and JSON storage — a lightweight yet fully functional web application deployable with minimal infrastructure.</a:t>
            </a:r>
            <a:endParaRPr lang="en-US" sz="1100" dirty="0">
              <a:solidFill>
                <a:srgbClr val="E2E8F0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ow3Bg"/>
          <p:cNvSpPr/>
          <p:nvPr/>
        </p:nvSpPr>
        <p:spPr>
          <a:xfrm>
            <a:off x="228600" y="2542392"/>
            <a:ext cx="868680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7" name="Row3Acc"/>
          <p:cNvSpPr/>
          <p:nvPr/>
        </p:nvSpPr>
        <p:spPr>
          <a:xfrm>
            <a:off x="228600" y="2542392"/>
            <a:ext cx="502920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Row3Icon"/>
          <p:cNvSpPr/>
          <p:nvPr/>
        </p:nvSpPr>
        <p:spPr>
          <a:xfrm>
            <a:off x="246888" y="2633832"/>
            <a:ext cx="4754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9" name="Row3Head"/>
          <p:cNvSpPr/>
          <p:nvPr/>
        </p:nvSpPr>
        <p:spPr>
          <a:xfrm>
            <a:off x="822960" y="2579004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anose="020F0502020204030204" pitchFamily="34" charset="0"/>
              </a:rPr>
              <a:t>AI-Assisted Development</a:t>
            </a:r>
            <a:endParaRPr lang="en-US" sz="1300" b="1" dirty="0">
              <a:solidFill>
                <a:srgbClr val="F0A500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ow3Body"/>
          <p:cNvSpPr/>
          <p:nvPr/>
        </p:nvSpPr>
        <p:spPr>
          <a:xfrm>
            <a:off x="822960" y="288990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</a:rPr>
              <a:t>GitHub Copilot and ChatGPT accelerated development of boilerplate code, data models, and feature implementations, showcasing practical AI integration.</a:t>
            </a:r>
            <a:endParaRPr lang="en-US" sz="1100" dirty="0">
              <a:solidFill>
                <a:srgbClr val="E2E8F0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ow4Bg"/>
          <p:cNvSpPr/>
          <p:nvPr/>
        </p:nvSpPr>
        <p:spPr>
          <a:xfrm>
            <a:off x="228600" y="3333528"/>
            <a:ext cx="868680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2" name="Row4Acc"/>
          <p:cNvSpPr/>
          <p:nvPr/>
        </p:nvSpPr>
        <p:spPr>
          <a:xfrm>
            <a:off x="228600" y="3333528"/>
            <a:ext cx="502920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Row4Icon"/>
          <p:cNvSpPr/>
          <p:nvPr/>
        </p:nvSpPr>
        <p:spPr>
          <a:xfrm>
            <a:off x="246888" y="3424968"/>
            <a:ext cx="4754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24" name="Row4Head"/>
          <p:cNvSpPr/>
          <p:nvPr/>
        </p:nvSpPr>
        <p:spPr>
          <a:xfrm>
            <a:off x="822960" y="337014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anose="020F0502020204030204" pitchFamily="34" charset="0"/>
              </a:rPr>
              <a:t>Future Scope</a:t>
            </a:r>
            <a:endParaRPr lang="en-US" sz="1300" b="1" dirty="0">
              <a:solidFill>
                <a:srgbClr val="F0A500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ow4Body"/>
          <p:cNvSpPr/>
          <p:nvPr/>
        </p:nvSpPr>
        <p:spPr>
          <a:xfrm>
            <a:off x="822960" y="3681036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</a:rPr>
              <a:t>Future enhancements include payment integration, multi-city expansion, a mobile app, and IoT sensor support for automated slot detection.</a:t>
            </a:r>
            <a:endParaRPr lang="en-US" sz="1100" dirty="0">
              <a:solidFill>
                <a:srgbClr val="E2E8F0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ClosingBar"/>
          <p:cNvSpPr/>
          <p:nvPr/>
        </p:nvSpPr>
        <p:spPr>
          <a:xfrm>
            <a:off x="109728" y="4389600"/>
            <a:ext cx="9034272" cy="6858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ClosingText"/>
          <p:cNvSpPr/>
          <p:nvPr/>
        </p:nvSpPr>
        <p:spPr>
          <a:xfrm>
            <a:off x="274320" y="4389600"/>
            <a:ext cx="8640000" cy="6858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anose="020F0502020204030204" pitchFamily="34" charset="0"/>
              </a:rPr>
              <a:t>MetroPark — Smarter Parking for a Smarter City  |  CSE (AI), SR University  |  2026</a:t>
            </a:r>
            <a:endParaRPr lang="en-US" sz="1200" b="1" dirty="0">
              <a:solidFill>
                <a:srgbClr val="0D1117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572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Flask Documentation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914400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https://flask.palletsprojects.com/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85953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44752"/>
            <a:ext cx="4572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72184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Python Documentation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490472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https://docs.python.org/3/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20824"/>
            <a:ext cx="85953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20824"/>
            <a:ext cx="4572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48256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MDN Web Docs (HTML/CSS/JS)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066544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https://developer.mozilla.org/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85953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596896"/>
            <a:ext cx="4572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24328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GitHub – Version Control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642616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https://github.com/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172968"/>
            <a:ext cx="85953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72968"/>
            <a:ext cx="4572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00400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 GitHub Copilot – AI Coding Tool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3218688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https://github.com/features/copilot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85953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749040"/>
            <a:ext cx="4572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776472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 Google Maps Platform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3794760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https://developers.google.com/maps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325112"/>
            <a:ext cx="85953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325112"/>
            <a:ext cx="4572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352544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 PptxGenJS (Presentation Library)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4370832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https://gitbrent.github.io/PptxGenJS/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49908"/>
            <a:ext cx="9144000" cy="20116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0" y="22860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114300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286000" y="2990088"/>
            <a:ext cx="457200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3493008"/>
            <a:ext cx="457200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3995928"/>
            <a:ext cx="457200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77316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SR University  |  Department of CSE (AI)  |  2026</a:t>
            </a:r>
            <a:endParaRPr lang="en-US" sz="1100" dirty="0"/>
          </a:p>
        </p:txBody>
      </p:sp>
      <p:sp>
        <p:nvSpPr>
          <p:cNvPr id="15" name="TextBox 14"/>
          <p:cNvSpPr txBox="1"/>
          <p:nvPr/>
        </p:nvSpPr>
        <p:spPr>
          <a:xfrm>
            <a:off x="2887980" y="2188476"/>
            <a:ext cx="3368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5756</Words>
  <Application>WPS Presentation</Application>
  <PresentationFormat>On-screen Show (16:9)</PresentationFormat>
  <Paragraphs>422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Times New Roman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MetroPark - Metropolitan City Parking Management System</dc:title>
  <dc:creator>PptxGenJS</dc:creator>
  <dc:subject>PptxGenJS Presentation</dc:subject>
  <cp:lastModifiedBy>Megha Akanksha G</cp:lastModifiedBy>
  <cp:revision>4</cp:revision>
  <dcterms:created xsi:type="dcterms:W3CDTF">2026-04-11T04:13:00Z</dcterms:created>
  <dcterms:modified xsi:type="dcterms:W3CDTF">2026-04-15T14:33:03Z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366899E30AF74988BD6C2C19B51E8EC8_12</vt:lpwstr>
  </property>
</Properties>
</file>